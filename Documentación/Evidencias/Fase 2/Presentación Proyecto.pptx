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8c1a4c7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8c1a4c7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8c1a4c7e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8c1a4c7e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d395a544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d395a544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8c1a4c7e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8c1a4c7e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51085087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5108508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5108508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5108508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8c1a4c7e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8c1a4c7e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://asp.ne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10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5" y="3193775"/>
            <a:ext cx="9144000" cy="19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200" y="1319025"/>
            <a:ext cx="21050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011900" y="1196075"/>
            <a:ext cx="5907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Desarrollo de proyecto APT </a:t>
            </a:r>
            <a:endParaRPr sz="32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011900" y="1771325"/>
            <a:ext cx="590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Monitoreo y Gestión para sistemas IoT industriales (IIoT) </a:t>
            </a:r>
            <a:endParaRPr i="1" sz="1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078300" y="3518600"/>
            <a:ext cx="341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Equipo: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Alexandra Dávila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Dani Ocaranza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Maximiliano Villavicencio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57124" y="1287700"/>
            <a:ext cx="46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tm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10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3238"/>
            <a:ext cx="21050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2786400" y="10875"/>
            <a:ext cx="6357600" cy="51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311700" y="1234450"/>
            <a:ext cx="2309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Sobre el Proyecto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993425" y="500538"/>
            <a:ext cx="480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Monitoreo y Control BESS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993425" y="851700"/>
            <a:ext cx="593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Desarrollar un sistema de software escalable y robusto para el monitoreo y gestión local/remoto para los dispositivos BESS que están siendo desarrollados por Yuzz.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091775" y="1483775"/>
            <a:ext cx="27111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Módulo Local: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Monitoreo en tiempo real del estado del sistema.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Recepción y almacenamiento de datos operativos.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Gestión de configuraciones para el hardware.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Interfaz de usuario local para gestión y visualización.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Gestión local de usuarios y permisos.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017900" y="1483775"/>
            <a:ext cx="27777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Módulo Remoto: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Acceso remoto al estado y configuración del dispositivo.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Centralización de datos de múltiples dispositivos BESS.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Gestión remota de usuarios, configuraciones y reportes.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Escalabilidad para administrar varios equipos desde un solo lugar.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Supervisión y control desde cualquier ubicación con conexión.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10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3238"/>
            <a:ext cx="21050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2786400" y="5400"/>
            <a:ext cx="6357600" cy="51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11700" y="1246900"/>
            <a:ext cx="2358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Planificación</a:t>
            </a:r>
            <a:endParaRPr sz="2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237425" y="309150"/>
            <a:ext cx="53910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Metodología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Kanban para priorización y seguimiento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Carta Gantt + documentación tradicional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Reuniones</a:t>
            </a:r>
            <a:r>
              <a:rPr lang="en" sz="1100">
                <a:solidFill>
                  <a:schemeClr val="dk2"/>
                </a:solidFill>
              </a:rPr>
              <a:t> periodicas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Etapas del Proyecto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100">
                <a:solidFill>
                  <a:schemeClr val="dk2"/>
                </a:solidFill>
              </a:rPr>
              <a:t>Planificación y Diseño</a:t>
            </a:r>
            <a:r>
              <a:rPr lang="en" sz="1100">
                <a:solidFill>
                  <a:schemeClr val="dk2"/>
                </a:solidFill>
              </a:rPr>
              <a:t>: requerimientos, arquitectura, tareas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100">
                <a:solidFill>
                  <a:schemeClr val="dk2"/>
                </a:solidFill>
              </a:rPr>
              <a:t>Desarrollo Local</a:t>
            </a:r>
            <a:r>
              <a:rPr lang="en" sz="1100">
                <a:solidFill>
                  <a:schemeClr val="dk2"/>
                </a:solidFill>
              </a:rPr>
              <a:t>:  interfaces de gestión y monitoreo on-premise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100">
                <a:solidFill>
                  <a:schemeClr val="dk2"/>
                </a:solidFill>
              </a:rPr>
              <a:t>Desarrollo Remoto</a:t>
            </a:r>
            <a:r>
              <a:rPr lang="en" sz="1100">
                <a:solidFill>
                  <a:schemeClr val="dk2"/>
                </a:solidFill>
              </a:rPr>
              <a:t>: servicio cloud, seguridad, BD, visualización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" sz="1100">
                <a:solidFill>
                  <a:schemeClr val="dk2"/>
                </a:solidFill>
              </a:rPr>
              <a:t>Depuración y Despliegue</a:t>
            </a:r>
            <a:r>
              <a:rPr lang="en" sz="1100">
                <a:solidFill>
                  <a:schemeClr val="dk2"/>
                </a:solidFill>
              </a:rPr>
              <a:t>: integración, pruebas, seguridad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Gestión del trabajo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T</a:t>
            </a:r>
            <a:r>
              <a:rPr lang="en" sz="1100">
                <a:solidFill>
                  <a:schemeClr val="dk2"/>
                </a:solidFill>
              </a:rPr>
              <a:t>ablero Kanban (Backlog, Por hacer, Haciendo, Revisión, Testing, Completado)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Equipo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Cliente:</a:t>
            </a:r>
            <a:r>
              <a:rPr lang="en" sz="1100">
                <a:solidFill>
                  <a:schemeClr val="dk2"/>
                </a:solidFill>
              </a:rPr>
              <a:t> Dario Rojas (CTO Yuzz)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Desarrolladores:</a:t>
            </a:r>
            <a:r>
              <a:rPr lang="en" sz="1100">
                <a:solidFill>
                  <a:schemeClr val="dk2"/>
                </a:solidFill>
              </a:rPr>
              <a:t> Alexandra Dávila, Dani Ocaranza, Maximiliano Villavicencio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10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3238"/>
            <a:ext cx="21050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2786400" y="10875"/>
            <a:ext cx="6357600" cy="51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271500" y="1234450"/>
            <a:ext cx="246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Resumen de avances</a:t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233100" y="393250"/>
            <a:ext cx="27834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Planificación Realizada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233100" y="968950"/>
            <a:ext cx="5464200" cy="3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Etapa 2: Desarrollo Local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Implementar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Almacenamiento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datos de configuración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Implementar Interfaz de usuario en Razor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Configurar pipeline de datos de monitoreo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Consumir datos de monitoreo en Dashboard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Asegurar acceso a la interfaz mediante métodos de Autenticación y Autorización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10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3238"/>
            <a:ext cx="21050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2786400" y="10875"/>
            <a:ext cx="6357600" cy="51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311700" y="1234450"/>
            <a:ext cx="2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Balance</a:t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67638" y="393250"/>
            <a:ext cx="21051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realizó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233100" y="968950"/>
            <a:ext cx="2637000" cy="3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Implementación de ORM en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ASP.NET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con EntityFramework para manejo de la base de datos local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Implementación del flujo de usuario operador para la gestión local del BESS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Configuración de Pipeline de datos: </a:t>
            </a:r>
            <a:b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MQTT -&gt; Telegraf -&gt; InfluxDB -&gt; Grafana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Automatización de configuración de ambiente de testing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Visualización de datos de prueba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994750" y="393250"/>
            <a:ext cx="2382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Falta por completar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5994750" y="968950"/>
            <a:ext cx="2637000" cy="3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Configurar sistema de autenticación de usuarios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Configurar sistema de roles de usuario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Pruebas con el hardware de electrónica de potencia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Integración con el firmware del BESS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Requisitos no funcionales de la interfaz de usuario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10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3238"/>
            <a:ext cx="21050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2786400" y="10875"/>
            <a:ext cx="6357600" cy="51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311700" y="1234450"/>
            <a:ext cx="2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 futuro</a:t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3180750" y="393250"/>
            <a:ext cx="27417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Etapa 3: Desarrollo Remoto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3285450" y="1069525"/>
            <a:ext cx="2637000" cy="3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Objetivos: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Implementar la API que permitirá el acceso remoto a las </a:t>
            </a: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interfaces</a:t>
            </a: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gestión y monitoreo.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Implementar la gestión y acceso de múltiples BESS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Segmentar dispositivos en </a:t>
            </a: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túnel</a:t>
            </a: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VPN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Asegurar permisos y acceso mínimo a recursos y servicios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Integrar el sistema de monitoreo y configuración con el EMS del BESS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Conectar la interfaz remota al servidor VPN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6141350" y="393238"/>
            <a:ext cx="27417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Etapa 4: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Depuraci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ón y Despliegue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141350" y="1069525"/>
            <a:ext cx="2637000" cy="3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Objetivos: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Pruebas unitarias de software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Pruebas de seguridad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Pruebas de integración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Depuración de defectos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Despliegue del sistema completo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10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3238"/>
            <a:ext cx="21050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2476800" y="2110050"/>
            <a:ext cx="419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GRACIAS</a:t>
            </a:r>
            <a:endParaRPr sz="4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